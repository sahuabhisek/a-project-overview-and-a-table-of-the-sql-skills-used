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Hospital Patient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C5CEDB"/>
                </a:solidFill>
                <a:latin typeface="Calibri"/>
              </a:rPr>
              <a:t>SQL Project  |  PostgreSQL  |  10 Business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C5CEDB"/>
                </a:solidFill>
                <a:latin typeface="Calibri"/>
              </a:rPr>
              <a:t>Learned under Sathish Dhawale Sir, Founder of Skill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Analysed hospital records using SQL to turn raw data into insights.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One table: hospital, location, department, doctors, patients, dates, medical expenses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Answered 10 business questions on patient load, staffing, cost and length of stay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Used aggregates, GROUP BY, ORDER BY, LIMIT, date arithmetic and EXTRACT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Skills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Calibri"/>
              </a:rPr>
              <a:t>• CREATE TABLE and COPY: table design and CSV import</a:t>
            </a:r>
          </a:p>
          <a:p>
            <a:pPr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Calibri"/>
              </a:rPr>
              <a:t>• COUNT, SUM, AVG, MAX, ROUND: totals and averages</a:t>
            </a:r>
          </a:p>
          <a:p>
            <a:pPr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Calibri"/>
              </a:rPr>
              <a:t>• GROUP BY, ORDER BY, LIMIT: grouping, ranking, Top-N</a:t>
            </a:r>
          </a:p>
          <a:p>
            <a:pPr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Calibri"/>
              </a:rPr>
              <a:t>• Date arithmetic: Discharge_Date - Admission_Date</a:t>
            </a:r>
          </a:p>
          <a:p>
            <a:pPr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Calibri"/>
              </a:rPr>
              <a:t>• EXTRACT(MONTH ...): monthly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Table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754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CREATE TABLE hos(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Hospital_Name    VARCHAR(100),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Location         VARCHAR(100),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Department       VARCHAR(100),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Doctors_Count    NUMERIC(10),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Patients_Count   NUMERIC(10),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Admission_Date   DATE,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Discharge_Date   DATE,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Medical_Expenses NUMERIC(10,2)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Q1. Total Number of Patients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Total patients across all hospitals.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1064240" cy="42062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SELECT SUM(Patients_Count) AS total_patients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FROM hos;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Q2. Average Doctors per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Average doctor count for each hospital.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1064240" cy="42062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SELECT Hospital_Name,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     ROUND(AVG(Doctors_Count), 2) AS avg_doctors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FROM hos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GROUP BY Hospital_Name;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Q3. Top 3 Departments by Patients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Departments ranked by total patients.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1064240" cy="42062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SELECT Department,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     SUM(Patients_Count) AS total_patients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FROM hos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GROUP BY Department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ORDER BY total_patients DESC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LIMIT 3;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Q4. Hospital with Maximum Expenses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Hospital with the highest medical expense.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1064240" cy="42062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SELECT Hospital_Name,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     MAX(Medical_Expenses) AS max_expenses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FROM hos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GROUP BY Hospital_Name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ORDER BY max_expenses DESC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LIMIT 1;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Q5. Daily Average Medical Expenses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Average expense per day of stay, per hospital.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1064240" cy="42062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SELECT Hospital_Name,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ROUND(AVG(Medical_Expenses /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  NULLIF(Discharge_Date - Admission_Date, 0)), 2)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  AS avg_daily_expense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FROM hos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GROUP BY Hospital_Name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ORDER BY avg_daily_expense DESC;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Q6. Longest Hospital Stay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Record with the longest stay (date difference).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1064240" cy="42062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SELECT Hospital_Name, Department,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     Admission_Date, Discharge_Date,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     (Discharge_Date - Admission_Date) AS stay_days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FROM hos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ORDER BY stay_days DESC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LIMIT 1;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Q7. Total Patients per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Patients treated in each city.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1064240" cy="42062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SELECT Location,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     SUM(Patients_Count) AS total_patients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FROM hos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GROUP BY Location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ORDER BY total_patients DESC;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Q8. Average Length of Stay per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Average days spent in each department.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1064240" cy="42062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SELECT Department,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ROUND(AVG(Discharge_Date - Admission_Date), 2)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  AS avg_stay_days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FROM hos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GROUP BY Department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ORDER BY avg_stay_days DESC;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Q9. Department with Lowest Patients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Department with the fewest patients.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1064240" cy="42062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SELECT Department,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     SUM(Patients_Count) AS total_patients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FROM hos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GROUP BY Department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ORDER BY total_patients ASC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LIMIT 1;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Q10. Monthly Medical Expenses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555555"/>
                </a:solidFill>
                <a:latin typeface="Calibri"/>
              </a:rPr>
              <a:t>Total expenses grouped by admission month.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1064240" cy="42062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SELECT EXTRACT(MONTH FROM Admission_Date) AS month,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       SUM(Medical_Expenses) AS total_expenses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FROM hos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GROUP BY EXTRACT(MONTH FROM Admission_Date)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11111"/>
                </a:solidFill>
                <a:latin typeface="Consolas"/>
              </a:rPr>
              <a:t>ORDER BY month;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Key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The right aggregate (SUM, COUNT, AVG) changes the meaning of the answer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GROUP BY must match the level needed: hospital, department or city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Date subtraction in PostgreSQL returns days directly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NULLIF avoids divide-by-zero for same-day admissions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• ORDER BY + LIMIT is the pattern for Top-N questions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Thank you Sathish Dhawale Sir and Skill Course!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alibri"/>
              </a:rPr>
              <a:t>#SQL #DataAnalytics #PostgreSQL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